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B27C-BD87-4744-DEB8-64E81746C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7ABB6-9FE4-5A9E-595A-0490FD622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81043-543C-C8E0-0755-2EC914BA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AE859-E15F-6D33-FC18-43E70ADA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AF767-D696-FC4C-4EEC-373BE326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17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AF4C-691B-8188-4D8A-C8BE105D5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D03B5-D093-9031-3735-28E63889E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1EDE7-563E-5604-4288-572394E8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50BD8-C81D-E59B-C12E-1C02C95B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3346A-D6C4-5D5D-CD1A-281726AA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73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F7A7-715A-D8DB-1D23-0F083A15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CC015-07CE-8FF7-57DC-A9095AEF4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B8722-E44A-213F-7E91-AA47E458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186D5-0009-7952-7C35-4D9F6449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99FF6-F915-8DAA-0C4A-C1981F31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52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B042-B4EF-278A-4D30-5580A75F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613AE-FBA8-5FE9-941E-A49915AE96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4FE64-2FE5-055F-4756-F8355F51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A101F-E12B-D0F1-F6EC-585CC2E7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39B8F-F119-55D3-68DE-00851FA6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79E54-DF4B-F8F4-A803-045D9996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16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C0B6-E028-6EFF-DC25-5CA366E5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401C3-98E9-4D21-F9F5-96EB49F1A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C42D8-073A-B35A-6BB1-BB0B7D666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F6A88-9198-4910-742C-8A9B4A2BF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DD10A-BE2A-984A-3ED5-524BBBDD5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66FFBA-1AA6-D62E-C761-1BCE50FA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CAE5-4152-BDAB-3FDC-CFD9CEB9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158BF-DE23-5AFB-D27B-9C65AF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4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8DAD-C080-AAA3-E645-7F439AEB6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3D826-5CCA-077E-39B3-F22C5207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15558-FF7E-71BB-245C-9A3E8B43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78B14-ED93-05A0-6262-36D58B7D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35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066CB-C231-CDA7-1651-821F9ABC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8A63C-77EF-5723-B613-2F070C91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1AA01-A94E-9C40-4245-D7719236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40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A57E-5A3A-5204-3AE4-A2543435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4272-3202-56D0-9589-734F6024B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AF236-04C1-6D74-EC7B-29C68D1C5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FC7A4-9822-CB91-6ECE-629E4DB4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157B6-CDB7-C56E-65CE-5332E465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30F12-CA9A-44ED-7BF9-85EADE42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65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2216-AF40-A1AF-CC03-5944D4DF6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45FF65-2606-3EF1-C3A4-ED03084CDFF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DAE6D-BB52-08BD-86AA-DC3D5CF3F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6E732-17EE-49B6-A5F8-30AAF94A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EC546-89C6-7D6E-87F2-F98D08CB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FDD2C-8205-2CAF-9605-A45A0E9D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02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6136-C544-B638-0CF6-5CF6D5E3A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79AF8-46A2-BACE-C0D8-B0640A2D3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1146B-ADF9-11F7-6F55-6F677EB8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1D4AC-26C8-01A4-2B76-66E4DFA4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B3F0E-B98E-EAD5-BCF3-76E9C2B8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97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9CFB9-022E-D38C-6C5F-E30865E48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D500D-725A-18DC-FFF5-8AEA9279F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BF6B5-966A-8111-57E5-24D7900B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5484E-6717-B583-0D1E-88E1F5D1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14FDC-85E6-AAA9-5DAB-7D9E0FB9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71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0686D9-1723-42B8-65E0-12A9F745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15431-2147-8655-D857-9E5D54066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A77A7-E36F-F708-8975-EF63F4D97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6BD65-B200-4715-AC27-997129B8BD7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A1064-92A8-CBCF-742B-48CECB8E0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C1665-6CC3-38AE-97A9-873EC2C9D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5468A-AC29-4EE1-AFA9-E7B37773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1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4615">
              <a:srgbClr val="74C4E9"/>
            </a:gs>
            <a:gs pos="100000">
              <a:srgbClr val="74C4E9"/>
            </a:gs>
            <a:gs pos="99000">
              <a:srgbClr val="74C4E9"/>
            </a:gs>
            <a:gs pos="4000">
              <a:schemeClr val="accent1">
                <a:lumMod val="45000"/>
                <a:lumOff val="5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74000">
              <a:schemeClr val="accent1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ECF43-1DDC-6292-5FE7-1CD1CC0C1A10}"/>
              </a:ext>
            </a:extLst>
          </p:cNvPr>
          <p:cNvSpPr txBox="1"/>
          <p:nvPr/>
        </p:nvSpPr>
        <p:spPr>
          <a:xfrm>
            <a:off x="605266" y="846667"/>
            <a:ext cx="11325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FULL ADDER USING 3-TO-8 DECODER &amp; BASIC LOGIC GATES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C2444-151C-1C30-C55A-70B4D3F3DED6}"/>
              </a:ext>
            </a:extLst>
          </p:cNvPr>
          <p:cNvSpPr txBox="1"/>
          <p:nvPr/>
        </p:nvSpPr>
        <p:spPr>
          <a:xfrm>
            <a:off x="2904067" y="2531533"/>
            <a:ext cx="6470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Bahnschrift" panose="020B0502040204020203" pitchFamily="34" charset="0"/>
              </a:rPr>
              <a:t>Verilog HDL Design , Simulation &amp; Verification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8D1D0-E379-5022-7FAC-96152D425CFE}"/>
              </a:ext>
            </a:extLst>
          </p:cNvPr>
          <p:cNvSpPr txBox="1"/>
          <p:nvPr/>
        </p:nvSpPr>
        <p:spPr>
          <a:xfrm>
            <a:off x="3356596" y="3864803"/>
            <a:ext cx="5478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Computer Organisation &amp; Architecture(CSC311)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B177E-F3E4-2F9A-479C-B44E2A410DA0}"/>
              </a:ext>
            </a:extLst>
          </p:cNvPr>
          <p:cNvSpPr txBox="1"/>
          <p:nvPr/>
        </p:nvSpPr>
        <p:spPr>
          <a:xfrm>
            <a:off x="4783667" y="4767186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pitchFamily="18" charset="0"/>
              </a:rPr>
              <a:t>Group No. - 06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3DE8A-3353-6E72-3549-094871B338F6}"/>
              </a:ext>
            </a:extLst>
          </p:cNvPr>
          <p:cNvSpPr txBox="1"/>
          <p:nvPr/>
        </p:nvSpPr>
        <p:spPr>
          <a:xfrm>
            <a:off x="1925627" y="5875867"/>
            <a:ext cx="834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Lucida Sans Typewriter" panose="020B0509030504030204" pitchFamily="49" charset="0"/>
              </a:rPr>
              <a:t>Indian Institute of Information Technology , Kalyani </a:t>
            </a:r>
          </a:p>
        </p:txBody>
      </p:sp>
    </p:spTree>
    <p:extLst>
      <p:ext uri="{BB962C8B-B14F-4D97-AF65-F5344CB8AC3E}">
        <p14:creationId xmlns:p14="http://schemas.microsoft.com/office/powerpoint/2010/main" val="114376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BB91-2547-3E11-2605-F47033743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18" y="345670"/>
            <a:ext cx="10515600" cy="1325563"/>
          </a:xfrm>
        </p:spPr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1.Aim of The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C327D-89AD-425E-7752-6AFE847C20E2}"/>
              </a:ext>
            </a:extLst>
          </p:cNvPr>
          <p:cNvSpPr txBox="1"/>
          <p:nvPr/>
        </p:nvSpPr>
        <p:spPr>
          <a:xfrm>
            <a:off x="447474" y="2121987"/>
            <a:ext cx="110888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To design a 3-to-8 Decoder using Verilog HDL.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To implement a 1-bit Full Adder using the outputs of the Decoder.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To generate the Sum &amp; Carry outputs using OR Logic from the decoder minterms.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To verify the complete design through a Verilog testbench and simulation.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08593-27B2-6C70-FE4C-DD95B748B446}"/>
              </a:ext>
            </a:extLst>
          </p:cNvPr>
          <p:cNvSpPr/>
          <p:nvPr/>
        </p:nvSpPr>
        <p:spPr>
          <a:xfrm>
            <a:off x="0" y="0"/>
            <a:ext cx="12192000" cy="554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361ADB-2DFC-221F-6ECA-796EC243D22A}"/>
              </a:ext>
            </a:extLst>
          </p:cNvPr>
          <p:cNvSpPr/>
          <p:nvPr/>
        </p:nvSpPr>
        <p:spPr>
          <a:xfrm>
            <a:off x="0" y="5525311"/>
            <a:ext cx="12192000" cy="1332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755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6B3934-C008-0ADC-F5F4-29349F9319CE}"/>
              </a:ext>
            </a:extLst>
          </p:cNvPr>
          <p:cNvSpPr/>
          <p:nvPr/>
        </p:nvSpPr>
        <p:spPr>
          <a:xfrm>
            <a:off x="0" y="0"/>
            <a:ext cx="12192000" cy="554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A5400-A04B-23D9-7BDB-9E0F016B4763}"/>
              </a:ext>
            </a:extLst>
          </p:cNvPr>
          <p:cNvSpPr/>
          <p:nvPr/>
        </p:nvSpPr>
        <p:spPr>
          <a:xfrm>
            <a:off x="0" y="5389123"/>
            <a:ext cx="12192000" cy="1468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58571-52CF-7D20-54EB-3F34CDD774ED}"/>
              </a:ext>
            </a:extLst>
          </p:cNvPr>
          <p:cNvSpPr txBox="1"/>
          <p:nvPr/>
        </p:nvSpPr>
        <p:spPr>
          <a:xfrm>
            <a:off x="457200" y="554477"/>
            <a:ext cx="48358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2.Design Principle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297D0-A67C-1C79-AE16-86479F1B0BA9}"/>
              </a:ext>
            </a:extLst>
          </p:cNvPr>
          <p:cNvSpPr txBox="1"/>
          <p:nvPr/>
        </p:nvSpPr>
        <p:spPr>
          <a:xfrm>
            <a:off x="671209" y="1760706"/>
            <a:ext cx="1169050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A Full Adder has three inputs : A , B and Cin.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It produces two outputs : Sum and Cout.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Sum = A ^ B ^ Cin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The 3-to-8 Decoder activates exactly one output for each input combination.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Therefore , Sum and Cout can be obtained by </a:t>
            </a:r>
            <a:r>
              <a:rPr lang="en-IN" sz="2400" dirty="0" err="1"/>
              <a:t>ORings</a:t>
            </a:r>
            <a:r>
              <a:rPr lang="en-IN" sz="2400" dirty="0"/>
              <a:t> the required decoder minterms.</a:t>
            </a:r>
          </a:p>
          <a:p>
            <a:r>
              <a:rPr lang="en-IN" sz="2400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927EB-304B-8E08-7D73-53DE99986DCF}"/>
              </a:ext>
            </a:extLst>
          </p:cNvPr>
          <p:cNvSpPr txBox="1"/>
          <p:nvPr/>
        </p:nvSpPr>
        <p:spPr>
          <a:xfrm>
            <a:off x="661481" y="1322962"/>
            <a:ext cx="503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Full Adder implemented using decoder minterms</a:t>
            </a:r>
          </a:p>
        </p:txBody>
      </p:sp>
    </p:spTree>
    <p:extLst>
      <p:ext uri="{BB962C8B-B14F-4D97-AF65-F5344CB8AC3E}">
        <p14:creationId xmlns:p14="http://schemas.microsoft.com/office/powerpoint/2010/main" val="3896785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00FFC9-DFDC-0B60-B577-7DE5A5090731}"/>
              </a:ext>
            </a:extLst>
          </p:cNvPr>
          <p:cNvSpPr/>
          <p:nvPr/>
        </p:nvSpPr>
        <p:spPr>
          <a:xfrm>
            <a:off x="0" y="0"/>
            <a:ext cx="12192000" cy="739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AAC7C6-CB7B-B43E-2BA8-FDC31E0CCDDD}"/>
              </a:ext>
            </a:extLst>
          </p:cNvPr>
          <p:cNvSpPr/>
          <p:nvPr/>
        </p:nvSpPr>
        <p:spPr>
          <a:xfrm>
            <a:off x="0" y="5389123"/>
            <a:ext cx="12192000" cy="1468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11488-606F-9D61-AD41-91912AAD8739}"/>
              </a:ext>
            </a:extLst>
          </p:cNvPr>
          <p:cNvSpPr txBox="1"/>
          <p:nvPr/>
        </p:nvSpPr>
        <p:spPr>
          <a:xfrm>
            <a:off x="145915" y="739302"/>
            <a:ext cx="77146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Decoder-to-Full-Adder Mapping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1EBBD-5AE8-B99A-B902-AEDF33FAF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24" y="1447188"/>
            <a:ext cx="10515601" cy="381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3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D264B8-FE0D-B98E-504B-744D4CA6A4CA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C4B505-A3A2-923D-A99F-BBEC039DC8C1}"/>
              </a:ext>
            </a:extLst>
          </p:cNvPr>
          <p:cNvSpPr/>
          <p:nvPr/>
        </p:nvSpPr>
        <p:spPr>
          <a:xfrm>
            <a:off x="0" y="5379397"/>
            <a:ext cx="12192000" cy="14786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52B3F-FEE9-25C6-16AD-8F07E2621544}"/>
              </a:ext>
            </a:extLst>
          </p:cNvPr>
          <p:cNvSpPr txBox="1"/>
          <p:nvPr/>
        </p:nvSpPr>
        <p:spPr>
          <a:xfrm>
            <a:off x="0" y="593387"/>
            <a:ext cx="6179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Program----3-to-8 Decoder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03576-CFCB-E211-DCE9-C6AD43FF1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58" y="1239718"/>
            <a:ext cx="5039916" cy="409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4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46D505-564D-7DAC-B84B-153321EF2399}"/>
              </a:ext>
            </a:extLst>
          </p:cNvPr>
          <p:cNvSpPr/>
          <p:nvPr/>
        </p:nvSpPr>
        <p:spPr>
          <a:xfrm>
            <a:off x="0" y="0"/>
            <a:ext cx="12192000" cy="671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1C0971-982F-5707-5EC9-1B061792067E}"/>
              </a:ext>
            </a:extLst>
          </p:cNvPr>
          <p:cNvSpPr/>
          <p:nvPr/>
        </p:nvSpPr>
        <p:spPr>
          <a:xfrm>
            <a:off x="0" y="5321031"/>
            <a:ext cx="12192000" cy="15369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13321-92F0-AA88-9E70-D2B3230D42E5}"/>
              </a:ext>
            </a:extLst>
          </p:cNvPr>
          <p:cNvSpPr txBox="1"/>
          <p:nvPr/>
        </p:nvSpPr>
        <p:spPr>
          <a:xfrm>
            <a:off x="0" y="671209"/>
            <a:ext cx="7707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Program ---- Full Adder Using Decoder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442CF-6903-F8BB-3013-BA495C81E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44" y="1255984"/>
            <a:ext cx="6063379" cy="402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1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FD9E18-05D4-DF63-19FE-85AC954B9EC1}"/>
              </a:ext>
            </a:extLst>
          </p:cNvPr>
          <p:cNvSpPr/>
          <p:nvPr/>
        </p:nvSpPr>
        <p:spPr>
          <a:xfrm>
            <a:off x="0" y="0"/>
            <a:ext cx="12192000" cy="622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7EFB1C-FC91-0561-EC64-597723F0E5DF}"/>
              </a:ext>
            </a:extLst>
          </p:cNvPr>
          <p:cNvSpPr/>
          <p:nvPr/>
        </p:nvSpPr>
        <p:spPr>
          <a:xfrm>
            <a:off x="0" y="5272391"/>
            <a:ext cx="12192000" cy="1585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1A840-DFF7-1977-A8B7-2E5FA9645E61}"/>
              </a:ext>
            </a:extLst>
          </p:cNvPr>
          <p:cNvSpPr txBox="1"/>
          <p:nvPr/>
        </p:nvSpPr>
        <p:spPr>
          <a:xfrm>
            <a:off x="0" y="690664"/>
            <a:ext cx="8139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Testbench / Program Simulation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083E65-8877-2B68-6871-9D974CE26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65" y="1258844"/>
            <a:ext cx="5460135" cy="392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11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B2AD78-FD69-3201-87E0-D8F93BA5E3E1}"/>
              </a:ext>
            </a:extLst>
          </p:cNvPr>
          <p:cNvSpPr/>
          <p:nvPr/>
        </p:nvSpPr>
        <p:spPr>
          <a:xfrm>
            <a:off x="0" y="0"/>
            <a:ext cx="12192000" cy="690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5D45D2-29B2-91B0-C275-4E5A80D9B40E}"/>
              </a:ext>
            </a:extLst>
          </p:cNvPr>
          <p:cNvSpPr/>
          <p:nvPr/>
        </p:nvSpPr>
        <p:spPr>
          <a:xfrm>
            <a:off x="0" y="5418306"/>
            <a:ext cx="12192000" cy="1439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AECA4-3402-5205-1691-E38690B9F099}"/>
              </a:ext>
            </a:extLst>
          </p:cNvPr>
          <p:cNvSpPr txBox="1"/>
          <p:nvPr/>
        </p:nvSpPr>
        <p:spPr>
          <a:xfrm>
            <a:off x="0" y="690664"/>
            <a:ext cx="3992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Program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24B6E-9991-D932-79F4-836B878E1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5" y="1332928"/>
            <a:ext cx="11166344" cy="408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78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58DB85-7774-0971-C4D4-8F0539160C51}"/>
              </a:ext>
            </a:extLst>
          </p:cNvPr>
          <p:cNvSpPr/>
          <p:nvPr/>
        </p:nvSpPr>
        <p:spPr>
          <a:xfrm>
            <a:off x="0" y="0"/>
            <a:ext cx="12192000" cy="690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EEFBCF-D89F-ADBE-6300-78B54B613C76}"/>
              </a:ext>
            </a:extLst>
          </p:cNvPr>
          <p:cNvSpPr/>
          <p:nvPr/>
        </p:nvSpPr>
        <p:spPr>
          <a:xfrm>
            <a:off x="0" y="5476672"/>
            <a:ext cx="12192000" cy="1381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19A13-CABA-6873-2B06-7D5F41EF272C}"/>
              </a:ext>
            </a:extLst>
          </p:cNvPr>
          <p:cNvSpPr txBox="1"/>
          <p:nvPr/>
        </p:nvSpPr>
        <p:spPr>
          <a:xfrm>
            <a:off x="0" y="690664"/>
            <a:ext cx="57075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 Output Interpretation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DF5CC-C8C0-9DBB-0476-9A3464221299}"/>
              </a:ext>
            </a:extLst>
          </p:cNvPr>
          <p:cNvSpPr txBox="1"/>
          <p:nvPr/>
        </p:nvSpPr>
        <p:spPr>
          <a:xfrm>
            <a:off x="505838" y="1507787"/>
            <a:ext cx="1092901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D0 – D7 represent the 8 – minterms generated by the 3-to-8 Decoder.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Sum is HIGH for minterms D1 , D2 , D4 &amp; D7.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Cout is HIGH for minterms D3 , D5 , D6 &amp; D7.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simulated waveform follows the standard full-adder truth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testbench confirms correct operation for every possible input combination.</a:t>
            </a:r>
          </a:p>
        </p:txBody>
      </p:sp>
    </p:spTree>
    <p:extLst>
      <p:ext uri="{BB962C8B-B14F-4D97-AF65-F5344CB8AC3E}">
        <p14:creationId xmlns:p14="http://schemas.microsoft.com/office/powerpoint/2010/main" val="3023720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5C41DE-A901-8575-2767-0BBEA53D1B00}"/>
              </a:ext>
            </a:extLst>
          </p:cNvPr>
          <p:cNvSpPr/>
          <p:nvPr/>
        </p:nvSpPr>
        <p:spPr>
          <a:xfrm>
            <a:off x="0" y="0"/>
            <a:ext cx="12192000" cy="7003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74E58A-D8C9-9980-90F6-442B5AA0B1E5}"/>
              </a:ext>
            </a:extLst>
          </p:cNvPr>
          <p:cNvSpPr/>
          <p:nvPr/>
        </p:nvSpPr>
        <p:spPr>
          <a:xfrm>
            <a:off x="0" y="5369668"/>
            <a:ext cx="12192000" cy="1488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C31E0-C96A-6895-F62B-36E6771921AE}"/>
              </a:ext>
            </a:extLst>
          </p:cNvPr>
          <p:cNvSpPr txBox="1"/>
          <p:nvPr/>
        </p:nvSpPr>
        <p:spPr>
          <a:xfrm>
            <a:off x="408562" y="719846"/>
            <a:ext cx="37192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B79E9-7DF1-4AB7-5E53-C6166640A215}"/>
              </a:ext>
            </a:extLst>
          </p:cNvPr>
          <p:cNvSpPr txBox="1"/>
          <p:nvPr/>
        </p:nvSpPr>
        <p:spPr>
          <a:xfrm>
            <a:off x="642026" y="1673157"/>
            <a:ext cx="112158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 3-to-8 Decoder was successfully designed using Verilog HDL.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The Decoder was used to implement a 1-bit full adder using </a:t>
            </a:r>
          </a:p>
          <a:p>
            <a:r>
              <a:rPr lang="en-IN" sz="2800" dirty="0"/>
              <a:t>     decoder minterms.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OR combinations of Decoder outputs generated the correct Sum</a:t>
            </a:r>
          </a:p>
          <a:p>
            <a:r>
              <a:rPr lang="en-IN" sz="2800" dirty="0"/>
              <a:t>     and Carry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Simulation verified all eight possible input combinations successfully.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The project demonstrates the use of decoders as practical building </a:t>
            </a:r>
          </a:p>
          <a:p>
            <a:r>
              <a:rPr lang="en-IN" sz="2800" dirty="0"/>
              <a:t>     blocks for Combinational Logic.</a:t>
            </a:r>
          </a:p>
        </p:txBody>
      </p:sp>
    </p:spTree>
    <p:extLst>
      <p:ext uri="{BB962C8B-B14F-4D97-AF65-F5344CB8AC3E}">
        <p14:creationId xmlns:p14="http://schemas.microsoft.com/office/powerpoint/2010/main" val="333243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4BDF7-DF07-50E3-2686-EA03E2A337EB}"/>
              </a:ext>
            </a:extLst>
          </p:cNvPr>
          <p:cNvSpPr txBox="1"/>
          <p:nvPr/>
        </p:nvSpPr>
        <p:spPr>
          <a:xfrm>
            <a:off x="2354094" y="1213009"/>
            <a:ext cx="664797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</a:rPr>
              <a:t>Thank You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106966-4CD6-EA8E-E243-FD8D35C0D4BD}"/>
              </a:ext>
            </a:extLst>
          </p:cNvPr>
          <p:cNvSpPr/>
          <p:nvPr/>
        </p:nvSpPr>
        <p:spPr>
          <a:xfrm>
            <a:off x="311285" y="4416356"/>
            <a:ext cx="11478638" cy="2276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3912D-F6CB-780D-558E-8F940B0C3D88}"/>
              </a:ext>
            </a:extLst>
          </p:cNvPr>
          <p:cNvSpPr txBox="1"/>
          <p:nvPr/>
        </p:nvSpPr>
        <p:spPr>
          <a:xfrm>
            <a:off x="651753" y="4970833"/>
            <a:ext cx="112520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Bodoni MT" panose="02070603080606020203" pitchFamily="18" charset="0"/>
              </a:rPr>
              <a:t>Group members – Aayan Kumar Mondal (1402) , </a:t>
            </a:r>
            <a:r>
              <a:rPr lang="en-IN" sz="2800" dirty="0" err="1">
                <a:latin typeface="Bodoni MT" panose="02070603080606020203" pitchFamily="18" charset="0"/>
              </a:rPr>
              <a:t>Angan</a:t>
            </a:r>
            <a:r>
              <a:rPr lang="en-IN" sz="2800" dirty="0">
                <a:latin typeface="Bodoni MT" panose="02070603080606020203" pitchFamily="18" charset="0"/>
              </a:rPr>
              <a:t> Jana (1416) , </a:t>
            </a:r>
          </a:p>
          <a:p>
            <a:r>
              <a:rPr lang="en-IN" sz="2800" dirty="0">
                <a:latin typeface="Bodoni MT" panose="02070603080606020203" pitchFamily="18" charset="0"/>
              </a:rPr>
              <a:t>                                       Aritra Dey Sarkar (1419) , Satyaki Banerjee (1482)</a:t>
            </a:r>
          </a:p>
        </p:txBody>
      </p:sp>
    </p:spTree>
    <p:extLst>
      <p:ext uri="{BB962C8B-B14F-4D97-AF65-F5344CB8AC3E}">
        <p14:creationId xmlns:p14="http://schemas.microsoft.com/office/powerpoint/2010/main" val="1042446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348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Algerian</vt:lpstr>
      <vt:lpstr>Aptos</vt:lpstr>
      <vt:lpstr>Aptos Display</vt:lpstr>
      <vt:lpstr>Arial</vt:lpstr>
      <vt:lpstr>Bahnschrift</vt:lpstr>
      <vt:lpstr>Bodoni MT</vt:lpstr>
      <vt:lpstr>Calisto MT</vt:lpstr>
      <vt:lpstr>Edwardian Script ITC</vt:lpstr>
      <vt:lpstr>Lucida Sans Typewriter</vt:lpstr>
      <vt:lpstr>Wingdings</vt:lpstr>
      <vt:lpstr>Office Theme</vt:lpstr>
      <vt:lpstr>PowerPoint Presentation</vt:lpstr>
      <vt:lpstr>1.Aim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Satyaki Banerjee</dc:creator>
  <cp:lastModifiedBy>Satyaki Banerjee</cp:lastModifiedBy>
  <cp:revision>1</cp:revision>
  <dcterms:created xsi:type="dcterms:W3CDTF">2026-10-06T12:47:12Z</dcterms:created>
  <dcterms:modified xsi:type="dcterms:W3CDTF">2026-10-06T13:45:32Z</dcterms:modified>
</cp:coreProperties>
</file>